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62" r:id="rId3"/>
    <p:sldId id="263" r:id="rId4"/>
    <p:sldId id="264" r:id="rId5"/>
    <p:sldId id="266" r:id="rId6"/>
    <p:sldId id="267" r:id="rId7"/>
    <p:sldId id="269" r:id="rId8"/>
    <p:sldId id="268" r:id="rId9"/>
    <p:sldId id="271" r:id="rId10"/>
    <p:sldId id="270" r:id="rId11"/>
  </p:sldIdLst>
  <p:sldSz cx="12192000" cy="6858000"/>
  <p:notesSz cx="6858000" cy="12192000"/>
  <p:embeddedFontLst>
    <p:embeddedFont>
      <p:font typeface="Arial Black" panose="020B0A04020102020204" pitchFamily="34" charset="0"/>
      <p:bold r:id="rId13"/>
    </p:embeddedFont>
    <p:embeddedFont>
      <p:font typeface="Arial Rounded MT Bold" panose="020F0704030504030204" pitchFamily="34" charset="0"/>
      <p:regular r:id="rId14"/>
    </p:embeddedFont>
    <p:embeddedFont>
      <p:font typeface="Artifakt Element Heavy" panose="020B0B03050000020004" pitchFamily="34" charset="0"/>
      <p:bold r:id="rId15"/>
      <p:boldItalic r:id="rId16"/>
    </p:embeddedFont>
  </p:embeddedFont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164DB0-3D6F-41BD-A77E-7BA65EAC54B1}" v="1" dt="2026-10-05T09:28:50.677"/>
  </p1510:revLst>
</p1510:revInfo>
</file>

<file path=ppt/tableStyles.xml><?xml version="1.0" encoding="utf-8"?>
<a:tblStyleLst xmlns:a="http://schemas.openxmlformats.org/drawingml/2006/main" def="{5C22544A-7EE6-4342-B048-85BDC9FD1C3A}">
  <a:tblStyle styleId="{42F484E2-D13C-4198-809A-BEC5E46278DC}" styleName="Style 3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accent1"/>
              </a:solidFill>
            </a:ln>
          </a:left>
          <a:right>
            <a:ln w="12700">
              <a:solidFill>
                <a:schemeClr val="accent1"/>
              </a:solidFill>
            </a:ln>
          </a:right>
          <a:top>
            <a:ln w="12700">
              <a:solidFill>
                <a:schemeClr val="accent1"/>
              </a:solidFill>
            </a:ln>
          </a:top>
          <a:bottom>
            <a:ln w="12700">
              <a:solidFill>
                <a:schemeClr val="accent1"/>
              </a:solidFill>
            </a:ln>
          </a:bottom>
          <a:insideH>
            <a:ln w="12700">
              <a:solidFill>
                <a:schemeClr val="accent1"/>
              </a:solidFill>
            </a:ln>
          </a:insideH>
          <a:insideV>
            <a:ln w="12700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19999"/>
            </a:schemeClr>
          </a:solidFill>
        </a:fill>
      </a:tcStyle>
    </a:band1H>
    <a:band1V>
      <a:tcStyle>
        <a:tcBdr/>
        <a:fill>
          <a:solidFill>
            <a:schemeClr val="accent1">
              <a:alpha val="19999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rsh siddharth." userId="da10689b4aa3e685" providerId="LiveId" clId="{7A0526DF-9BB2-4B0E-A75A-58AE8AE80117}"/>
    <pc:docChg chg="undo custSel modSld sldOrd">
      <pc:chgData name="Adarsh siddharth." userId="da10689b4aa3e685" providerId="LiveId" clId="{7A0526DF-9BB2-4B0E-A75A-58AE8AE80117}" dt="2026-10-05T09:39:35.172" v="77"/>
      <pc:docMkLst>
        <pc:docMk/>
      </pc:docMkLst>
      <pc:sldChg chg="modSp mod">
        <pc:chgData name="Adarsh siddharth." userId="da10689b4aa3e685" providerId="LiveId" clId="{7A0526DF-9BB2-4B0E-A75A-58AE8AE80117}" dt="2026-10-05T09:28:59.288" v="60" actId="20577"/>
        <pc:sldMkLst>
          <pc:docMk/>
          <pc:sldMk cId="0" sldId="256"/>
        </pc:sldMkLst>
        <pc:spChg chg="mod">
          <ac:chgData name="Adarsh siddharth." userId="da10689b4aa3e685" providerId="LiveId" clId="{7A0526DF-9BB2-4B0E-A75A-58AE8AE80117}" dt="2026-10-05T09:28:59.288" v="60" actId="20577"/>
          <ac:spMkLst>
            <pc:docMk/>
            <pc:sldMk cId="0" sldId="256"/>
            <ac:spMk id="5" creationId="{5D6DD86F-65AE-1580-0759-771D6EA7D8B5}"/>
          </ac:spMkLst>
        </pc:spChg>
      </pc:sldChg>
      <pc:sldChg chg="ord">
        <pc:chgData name="Adarsh siddharth." userId="da10689b4aa3e685" providerId="LiveId" clId="{7A0526DF-9BB2-4B0E-A75A-58AE8AE80117}" dt="2026-10-05T09:39:35.172" v="77"/>
        <pc:sldMkLst>
          <pc:docMk/>
          <pc:sldMk cId="615314539" sldId="270"/>
        </pc:sldMkLst>
      </pc:sldChg>
      <pc:sldChg chg="addSp delSp modSp mod ord">
        <pc:chgData name="Adarsh siddharth." userId="da10689b4aa3e685" providerId="LiveId" clId="{7A0526DF-9BB2-4B0E-A75A-58AE8AE80117}" dt="2026-10-05T09:39:33.445" v="75"/>
        <pc:sldMkLst>
          <pc:docMk/>
          <pc:sldMk cId="3827278324" sldId="271"/>
        </pc:sldMkLst>
        <pc:spChg chg="add del mod">
          <ac:chgData name="Adarsh siddharth." userId="da10689b4aa3e685" providerId="LiveId" clId="{7A0526DF-9BB2-4B0E-A75A-58AE8AE80117}" dt="2026-10-05T09:38:39.570" v="62" actId="22"/>
          <ac:spMkLst>
            <pc:docMk/>
            <pc:sldMk cId="3827278324" sldId="271"/>
            <ac:spMk id="3" creationId="{6447FDCE-0C52-7CE5-189E-BCA29F8710F1}"/>
          </ac:spMkLst>
        </pc:spChg>
        <pc:picChg chg="del">
          <ac:chgData name="Adarsh siddharth." userId="da10689b4aa3e685" providerId="LiveId" clId="{7A0526DF-9BB2-4B0E-A75A-58AE8AE80117}" dt="2026-10-05T09:38:13.039" v="61" actId="478"/>
          <ac:picMkLst>
            <pc:docMk/>
            <pc:sldMk cId="3827278324" sldId="271"/>
            <ac:picMk id="4" creationId="{A651AF5A-7B49-8017-B9D2-3DAE7B430677}"/>
          </ac:picMkLst>
        </pc:picChg>
        <pc:picChg chg="add mod ord">
          <ac:chgData name="Adarsh siddharth." userId="da10689b4aa3e685" providerId="LiveId" clId="{7A0526DF-9BB2-4B0E-A75A-58AE8AE80117}" dt="2026-10-05T09:39:00.571" v="71" actId="1076"/>
          <ac:picMkLst>
            <pc:docMk/>
            <pc:sldMk cId="3827278324" sldId="271"/>
            <ac:picMk id="6" creationId="{D759B4FE-77FF-7AF3-8A75-7D37EE37BB4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185095" y="0"/>
            <a:ext cx="1671638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947988" y="2032000"/>
            <a:ext cx="9753601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5763" y="7823200"/>
            <a:ext cx="3086100" cy="6400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5440380"/>
            <a:ext cx="1671638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85095" y="15440380"/>
            <a:ext cx="1671638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DCFA7E3-AF1E-4675-AD18-D5B679F37F4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4E6D2F1-D737-43DE-B4CE-C454EF7B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854199"/>
            <a:ext cx="9144000" cy="1655763"/>
          </a:xfrm>
        </p:spPr>
        <p:txBody>
          <a:bodyPr rtlCol="0" anchor="b"/>
          <a:lstStyle>
            <a:lvl1pPr lvl="0" algn="ctr">
              <a:defRPr lang="en-US"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32171CF1-2CD1-4848-A55A-5A508E25A32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04F51DF-EF08-4C97-A330-FD7D92F0E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lvl="0" indent="0" algn="ctr">
              <a:buNone/>
              <a:defRPr lang="en-US" sz="2400" dirty="0"/>
            </a:lvl1pPr>
            <a:lvl2pPr marL="457200" lvl="1" indent="0" algn="ctr">
              <a:buNone/>
              <a:defRPr lang="en-US" sz="2000" dirty="0"/>
            </a:lvl2pPr>
            <a:lvl3pPr marL="914400" lvl="2" indent="0" algn="ctr">
              <a:buNone/>
              <a:defRPr lang="en-US" sz="1800" dirty="0"/>
            </a:lvl3pPr>
            <a:lvl4pPr marL="1371600" lvl="3" indent="0" algn="ctr">
              <a:buNone/>
              <a:defRPr lang="en-US" sz="1600" dirty="0"/>
            </a:lvl4pPr>
            <a:lvl5pPr marL="1828800" lvl="4" indent="0" algn="ctr">
              <a:buNone/>
              <a:defRPr lang="en-US" sz="1600" dirty="0"/>
            </a:lvl5pPr>
            <a:lvl6pPr marL="2286000" lvl="5" indent="0" algn="ctr">
              <a:buNone/>
              <a:defRPr lang="en-US" sz="1600" dirty="0"/>
            </a:lvl6pPr>
            <a:lvl7pPr marL="2743200" lvl="6" indent="0" algn="ctr">
              <a:buNone/>
              <a:defRPr lang="en-US" sz="1600" dirty="0"/>
            </a:lvl7pPr>
            <a:lvl8pPr marL="3200400" lvl="7" indent="0" algn="ctr">
              <a:buNone/>
              <a:defRPr lang="en-US" sz="1600" dirty="0"/>
            </a:lvl8pPr>
            <a:lvl9pPr marL="3657600" lvl="8" indent="0" algn="ctr">
              <a:buNone/>
              <a:defRPr lang="en-US"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>
            <a:extLst>
              <a:ext uri="{C1EB77FD-C848-422B-B273-451CDA41F43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1682ECF-C071-4F62-8564-87ABCCA31A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7608" y="592088"/>
            <a:ext cx="7609140" cy="1008112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C687AB22-C009-4796-A595-4B274F53E9E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9EC38CB-622C-4106-803A-85E3D547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Slide Number Placeholder 5">
            <a:extLst>
              <a:ext uri="{30F4214F-3E4E-4B8B-8AC2-BF59D50B2CD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25D679E-58E0-45F1-BEFC-163C6EEC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7" name="Date Placeholder 3">
            <a:extLst>
              <a:ext uri="{02364871-6258-47BB-A41D-1E9BEBD3EA9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E775BF1-9C64-4531-A7E2-730347FD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7D129387-9967-4C73-939D-69EF041DFD95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05269A97-DC81-49F9-B896-84CAB659C62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56F5785-025F-4915-96E3-0AFF7163BC1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561876"/>
            <a:ext cx="10515600" cy="4531419"/>
          </a:xfrm>
        </p:spPr>
        <p:txBody>
          <a:bodyPr rtlCol="0"/>
          <a:lstStyle>
            <a:lvl1pPr marL="457200" lvl="0" indent="0">
              <a:buNone/>
            </a:lvl1pPr>
            <a:lvl2pPr marL="914400" lvl="1" indent="0">
              <a:buNone/>
            </a:lvl2pPr>
            <a:lvl3pPr marL="1371600" lvl="2" indent="0">
              <a:buNone/>
            </a:lvl3pPr>
            <a:lvl4pPr marL="1828800" lvl="3" indent="0">
              <a:buNone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>
            <a:extLst>
              <a:ext uri="{C7EE3D1E-6A2F-4B40-9445-6784FC740AC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4C561F3-3431-4CB3-94B3-3A3D9CDA63D8}"/>
              </a:ext>
            </a:extLst>
          </p:cNvPr>
          <p:cNvSpPr>
            <a:spLocks noGrp="1"/>
          </p:cNvSpPr>
          <p:nvPr>
            <p:ph type="dt" sz="half" idx="1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ADCE28B6-DBFE-4620-B95B-46D05A4EFA88}" type="datetime1"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E2B100E3-D1A2-4814-971B-1F28BC986BE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6403740-14DB-4D0C-AC81-1640F2592B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DL&amp;CO                                                                G.LAVARAJU, Associate Professor, CSE</a:t>
            </a:r>
          </a:p>
        </p:txBody>
      </p:sp>
      <p:pic>
        <p:nvPicPr>
          <p:cNvPr id="5" name="Picture 2">
            <a:extLst>
              <a:ext uri="{DAD87817-DB1B-4DE8-BD41-41BB3E99A74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3518EA9-28E9-4397-BCB4-F5D7ABFF9E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6" name="Slide Number Placeholder 3">
            <a:extLst>
              <a:ext uri="{8B62DEED-5952-4478-9464-706CCDCB22D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265A311-D434-4806-B3C0-ED40E2B04A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9359D16F-76A5-41BA-ADDD-CBF352B33DDD}" type="slidenum">
              <a:t>‹#›</a:t>
            </a:fld>
            <a:endParaRPr lang="en-US" dirty="0"/>
          </a:p>
        </p:txBody>
      </p:sp>
    </p:spTree>
    <p:extLst>
      <p:ext uri="{E791D5F0-FCE4-45B8-828D-F7D7E855498A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2A124749-B5E7-4428-BF59-41C47B6A612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8CFA2DB-E1A9-463A-BC5A-35A8CCF529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3" name="Date Placeholder 2">
            <a:extLst>
              <a:ext uri="{E7A761B9-81CB-49B2-8BE6-983B6B07B3D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F471AC3-982D-4B96-9E59-D3B6F74D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B13D2877-58CC-4844-975B-B8D6496C43E9}" type="datetime1"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7A687B93-B742-4FC6-AC3F-36C63D4DF72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5844C2E-6153-4C88-A824-95DE18C3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DL&amp;CO                                                                G.LAVARAJU, Associate Professor, CSE</a:t>
            </a:r>
          </a:p>
        </p:txBody>
      </p:sp>
      <p:sp>
        <p:nvSpPr>
          <p:cNvPr id="5" name="Slide Number Placeholder 3">
            <a:extLst>
              <a:ext uri="{A59E037D-D639-4F65-9477-94A0EBCDC4E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C0A76B5-951D-4394-8F2D-A4E34AC0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D9C5B093-D3DD-4808-813A-F58BF8E67773}" type="slidenum">
              <a:t>‹#›</a:t>
            </a:fld>
            <a:endParaRPr lang="en-US" dirty="0"/>
          </a:p>
        </p:txBody>
      </p:sp>
    </p:spTree>
    <p:extLst>
      <p:ext uri="{917857EF-1D39-4225-A829-037EB1D27937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48EA39CE-E158-4B2A-99CD-545B14A22D3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313CDBB-BA82-4DED-973B-07A500BC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76CEBE57-5AC2-4233-9D99-CAE469A4C85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438A3C5-0C27-48D9-9FD4-D71686301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5757E326-5F3E-43A1-830E-27FE2CE96B3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1FB99B2-34CB-4F0C-AABD-9CC4327C4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23D07-B41D-4865-9117-A59235B241FC}" type="datetime1"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71906065-35B4-4935-A9D1-FD668DE1E59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7A5B885-A2DA-46BA-BC42-719D5CA3E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DL&amp;CO                                                                G.LAVARAJU, Associate Professor, CSE</a:t>
            </a:r>
          </a:p>
        </p:txBody>
      </p:sp>
      <p:sp>
        <p:nvSpPr>
          <p:cNvPr id="6" name="Slide Number Placeholder 5">
            <a:extLst>
              <a:ext uri="{35F2950A-B1CB-4727-AB58-367C2C82CEA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979ABAE-2F0E-462F-935B-AC49E1A2F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9481-3A84-418C-9FCC-1F8C2D158F80}" type="slidenum"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lvl="0" algn="l" rtl="0">
        <a:lnSpc>
          <a:spcPct val="90000"/>
        </a:lnSpc>
        <a:spcBef>
          <a:spcPct val="0"/>
        </a:spcBef>
        <a:buNone/>
        <a:defRPr lang="en-US" sz="4400" dirty="0">
          <a:solidFill>
            <a:schemeClr val="tx1"/>
          </a:solidFill>
          <a:latin typeface="+mj-lt"/>
        </a:defRPr>
      </a:lvl1pPr>
    </p:titleStyle>
    <p:bodyStyle>
      <a:lvl1pPr marL="228600" lvl="0" indent="-228600" algn="l" rtl="0">
        <a:lnSpc>
          <a:spcPct val="90000"/>
        </a:lnSpc>
        <a:spcBef>
          <a:spcPts val="1000"/>
        </a:spcBef>
        <a:buChar char="•"/>
        <a:defRPr lang="en-US" sz="2800" dirty="0">
          <a:solidFill>
            <a:schemeClr val="tx1"/>
          </a:solidFill>
          <a:latin typeface="+mn-lt"/>
        </a:defRPr>
      </a:lvl1pPr>
      <a:lvl2pPr marL="685800" lvl="1" indent="-228600" algn="l" rtl="0">
        <a:lnSpc>
          <a:spcPct val="90000"/>
        </a:lnSpc>
        <a:spcBef>
          <a:spcPts val="500"/>
        </a:spcBef>
        <a:buChar char="•"/>
        <a:defRPr lang="en-US" sz="2400" dirty="0">
          <a:solidFill>
            <a:schemeClr val="tx1"/>
          </a:solidFill>
          <a:latin typeface="+mn-lt"/>
        </a:defRPr>
      </a:lvl2pPr>
      <a:lvl3pPr marL="1143000" lvl="2" indent="-228600" algn="l" rtl="0">
        <a:lnSpc>
          <a:spcPct val="90000"/>
        </a:lnSpc>
        <a:spcBef>
          <a:spcPts val="500"/>
        </a:spcBef>
        <a:buChar char="•"/>
        <a:defRPr lang="en-US" sz="2000" dirty="0">
          <a:solidFill>
            <a:schemeClr val="tx1"/>
          </a:solidFill>
          <a:latin typeface="+mn-lt"/>
        </a:defRPr>
      </a:lvl3pPr>
      <a:lvl4pPr marL="1600200" lvl="3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4pPr>
      <a:lvl5pPr marL="2057400" lvl="4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5pPr>
      <a:lvl6pPr marL="2514600" lvl="5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6pPr>
      <a:lvl7pPr marL="2971800" lvl="6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7pPr>
      <a:lvl8pPr marL="3429000" lvl="7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8pPr>
      <a:lvl9pPr marL="3886200" lvl="8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FDBD5F-8F20-12B1-59D4-CE94FA314A15}"/>
              </a:ext>
            </a:extLst>
          </p:cNvPr>
          <p:cNvSpPr txBox="1"/>
          <p:nvPr/>
        </p:nvSpPr>
        <p:spPr>
          <a:xfrm>
            <a:off x="2971800" y="1447800"/>
            <a:ext cx="6705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00B0F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	University Management</a:t>
            </a:r>
          </a:p>
          <a:p>
            <a:pPr algn="ctr"/>
            <a:r>
              <a:rPr lang="en-US" sz="3200" dirty="0">
                <a:solidFill>
                  <a:srgbClr val="00B0F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    Database System</a:t>
            </a:r>
          </a:p>
          <a:p>
            <a:pPr algn="ctr"/>
            <a:endParaRPr lang="en-IN" sz="3200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6DD86F-65AE-1580-0759-771D6EA7D8B5}"/>
              </a:ext>
            </a:extLst>
          </p:cNvPr>
          <p:cNvSpPr txBox="1"/>
          <p:nvPr/>
        </p:nvSpPr>
        <p:spPr>
          <a:xfrm>
            <a:off x="685800" y="2438400"/>
            <a:ext cx="112776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55A1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BATCH NUMBER:</a:t>
            </a:r>
            <a:r>
              <a:rPr lang="en-US" b="1" dirty="0">
                <a:solidFill>
                  <a:srgbClr val="C55A1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04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Presented by: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25B11AI428 -  JOJATI BHAKAT           25B11AI009 - ADARSH SIDDHARTH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25B11AI044 – ANIKET KUMAR              25B11AIA46 – SACHIN KUMAR MAHTO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Academic Year: 2026-2027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ctr"/>
            <a:r>
              <a:rPr lang="en-US" dirty="0">
                <a:solidFill>
                  <a:schemeClr val="dk1"/>
                </a:solidFill>
                <a:ea typeface="Times New Roman"/>
                <a:cs typeface="Times New Roman" panose="02020603050405020304" pitchFamily="18" charset="0"/>
                <a:sym typeface="Times New Roman"/>
              </a:rPr>
              <a:t>Under esteemed guidance of</a:t>
            </a:r>
            <a:endParaRPr lang="en-US" dirty="0">
              <a:cs typeface="Times New Roman" panose="02020603050405020304" pitchFamily="18" charset="0"/>
            </a:endParaRPr>
          </a:p>
          <a:p>
            <a:pPr algn="ctr"/>
            <a:r>
              <a:rPr lang="en-US" noProof="1">
                <a:cs typeface="Times New Roman" panose="02020603050405020304" pitchFamily="18" charset="0"/>
              </a:rPr>
              <a:t>      </a:t>
            </a:r>
            <a:r>
              <a:rPr lang="en-US" b="1" noProof="1">
                <a:cs typeface="Times New Roman" panose="02020603050405020304" pitchFamily="18" charset="0"/>
              </a:rPr>
              <a:t>Mr.M Sudheer</a:t>
            </a:r>
            <a:endParaRPr lang="en-US" noProof="1">
              <a:cs typeface="Times New Roman" panose="02020603050405020304" pitchFamily="18" charset="0"/>
            </a:endParaRPr>
          </a:p>
          <a:p>
            <a:pPr algn="ctr"/>
            <a:r>
              <a:rPr lang="en-US" noProof="1">
                <a:cs typeface="Times New Roman" panose="02020603050405020304" pitchFamily="18" charset="0"/>
              </a:rPr>
              <a:t>        </a:t>
            </a:r>
            <a:r>
              <a:rPr lang="en-US" dirty="0">
                <a:cs typeface="Times New Roman" panose="02020603050405020304" pitchFamily="18" charset="0"/>
              </a:rPr>
              <a:t>Assistant Professor </a:t>
            </a:r>
          </a:p>
          <a:p>
            <a:pPr algn="ctr"/>
            <a:r>
              <a:rPr lang="en-US" dirty="0">
                <a:cs typeface="Times New Roman" panose="02020603050405020304" pitchFamily="18" charset="0"/>
              </a:rPr>
              <a:t>         Department of AIML</a:t>
            </a:r>
          </a:p>
          <a:p>
            <a:pPr algn="ctr"/>
            <a:r>
              <a:rPr lang="en-US" b="1" dirty="0">
                <a:cs typeface="Times New Roman" panose="02020603050405020304" pitchFamily="18" charset="0"/>
              </a:rPr>
              <a:t>     Aditya University </a:t>
            </a:r>
            <a:endParaRPr lang="en-US" b="1" dirty="0">
              <a:solidFill>
                <a:schemeClr val="dk1"/>
              </a:solidFill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C55A1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59DB2955-81A9-4330-9517-4CB607EFC6F5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4CB30A-0A58-1EC6-FDE2-F2294F48E454}"/>
              </a:ext>
            </a:extLst>
          </p:cNvPr>
          <p:cNvSpPr txBox="1"/>
          <p:nvPr/>
        </p:nvSpPr>
        <p:spPr>
          <a:xfrm>
            <a:off x="685800" y="1143000"/>
            <a:ext cx="89916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u="sng" dirty="0">
                <a:solidFill>
                  <a:schemeClr val="accent2"/>
                </a:solidFill>
              </a:rPr>
              <a:t>Project Overview</a:t>
            </a:r>
          </a:p>
          <a:p>
            <a:pPr>
              <a:buNone/>
            </a:pPr>
            <a:r>
              <a:rPr lang="en-IN" dirty="0">
                <a:latin typeface="Arial Rounded MT Bold" panose="020F0704030504030204" pitchFamily="34" charset="0"/>
              </a:rPr>
              <a:t>  The University Management Database System is designed to store and                    manage important college information in a structured way.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FE27E-BE74-E8D7-F807-2783C7AC8D8D}"/>
              </a:ext>
            </a:extLst>
          </p:cNvPr>
          <p:cNvSpPr txBox="1"/>
          <p:nvPr/>
        </p:nvSpPr>
        <p:spPr>
          <a:xfrm>
            <a:off x="670560" y="2575679"/>
            <a:ext cx="1045464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u="sng" dirty="0">
                <a:solidFill>
                  <a:schemeClr val="accent2"/>
                </a:solidFill>
                <a:latin typeface="Arial Black" panose="020B0A04020102020204" pitchFamily="34" charset="0"/>
              </a:rPr>
              <a:t>Problem Statement</a:t>
            </a:r>
          </a:p>
          <a:p>
            <a:pPr>
              <a:buNone/>
            </a:pPr>
            <a:r>
              <a:rPr lang="en-IN" dirty="0">
                <a:ea typeface="Artifakt Element Heavy" panose="020B0B03050000020004" pitchFamily="34" charset="0"/>
              </a:rPr>
              <a:t>Managing college information manually or using separate files can create several problems: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ea typeface="Artifakt Element Heavy" panose="020B0B03050000020004" pitchFamily="34" charset="0"/>
              </a:rPr>
              <a:t>Duplicate student and faculty information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ea typeface="Artifakt Element Heavy" panose="020B0B03050000020004" pitchFamily="34" charset="0"/>
              </a:rPr>
              <a:t>Difficulty in finding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ea typeface="Artifakt Element Heavy" panose="020B0B03050000020004" pitchFamily="34" charset="0"/>
              </a:rPr>
              <a:t>Data inconsistency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ea typeface="Artifakt Element Heavy" panose="020B0B03050000020004" pitchFamily="34" charset="0"/>
              </a:rPr>
              <a:t>Time-consuming updates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ea typeface="Artifakt Element Heavy" panose="020B0B03050000020004" pitchFamily="34" charset="0"/>
              </a:rPr>
              <a:t>Difficult relationship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ea typeface="Artifakt Element Heavy" panose="020B0B03050000020004" pitchFamily="34" charset="0"/>
              </a:rPr>
              <a:t>Higher chance of errors </a:t>
            </a:r>
          </a:p>
          <a:p>
            <a:pPr>
              <a:buNone/>
            </a:pPr>
            <a:r>
              <a:rPr lang="en-IN" b="1" u="sng" dirty="0">
                <a:solidFill>
                  <a:schemeClr val="accent2"/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Proposed Solution</a:t>
            </a:r>
          </a:p>
          <a:p>
            <a:pPr>
              <a:buNone/>
            </a:pPr>
            <a:r>
              <a:rPr lang="en-IN" dirty="0"/>
              <a:t>We propose a </a:t>
            </a:r>
            <a:r>
              <a:rPr lang="en-IN" b="1" dirty="0"/>
              <a:t>centralized relational database</a:t>
            </a:r>
            <a:r>
              <a:rPr lang="en-IN" dirty="0"/>
              <a:t> that connects students, departments, faculty, courses, </a:t>
            </a:r>
            <a:r>
              <a:rPr lang="en-IN" dirty="0" err="1"/>
              <a:t>enrollment</a:t>
            </a:r>
            <a:r>
              <a:rPr lang="en-IN" dirty="0"/>
              <a:t> and examination information.</a:t>
            </a:r>
          </a:p>
        </p:txBody>
      </p:sp>
    </p:spTree>
    <p:extLst>
      <p:ext uri="{BB962C8B-B14F-4D97-AF65-F5344CB8AC3E}">
        <p14:creationId xmlns:p14="http://schemas.microsoft.com/office/powerpoint/2010/main" val="400314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D437DB-E8FC-6952-07A0-6E103A9F68B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52400" y="1524000"/>
            <a:ext cx="11811000" cy="5029200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Objectives</a:t>
            </a:r>
          </a:p>
          <a:p>
            <a:pPr marL="914400" lvl="0" indent="-457200">
              <a:buFont typeface="Arial" panose="020B0604020202020204" pitchFamily="34" charset="0"/>
              <a:buChar char="•"/>
            </a:pPr>
            <a:r>
              <a:rPr lang="en-IN" dirty="0"/>
              <a:t>Manage student information </a:t>
            </a:r>
          </a:p>
          <a:p>
            <a:pPr marL="914400" lvl="0" indent="-457200">
              <a:buFont typeface="Arial" panose="020B0604020202020204" pitchFamily="34" charset="0"/>
              <a:buChar char="•"/>
            </a:pPr>
            <a:r>
              <a:rPr lang="en-IN" dirty="0"/>
              <a:t>Manage department and faculty details </a:t>
            </a:r>
          </a:p>
          <a:p>
            <a:pPr marL="914400" lvl="0" indent="-457200">
              <a:buFont typeface="Arial" panose="020B0604020202020204" pitchFamily="34" charset="0"/>
              <a:buChar char="•"/>
            </a:pPr>
            <a:r>
              <a:rPr lang="en-IN" dirty="0"/>
              <a:t>Store course information </a:t>
            </a:r>
          </a:p>
          <a:p>
            <a:pPr marL="914400" lvl="0" indent="-457200">
              <a:buFont typeface="Arial" panose="020B0604020202020204" pitchFamily="34" charset="0"/>
              <a:buChar char="•"/>
            </a:pPr>
            <a:r>
              <a:rPr lang="en-IN" dirty="0"/>
              <a:t>Track student </a:t>
            </a:r>
            <a:r>
              <a:rPr lang="en-IN" dirty="0" err="1"/>
              <a:t>enrollment</a:t>
            </a:r>
            <a:r>
              <a:rPr lang="en-IN" dirty="0"/>
              <a:t> </a:t>
            </a:r>
          </a:p>
          <a:p>
            <a:pPr marL="914400" lvl="0" indent="-457200">
              <a:buFont typeface="Arial" panose="020B0604020202020204" pitchFamily="34" charset="0"/>
              <a:buChar char="•"/>
            </a:pPr>
            <a:r>
              <a:rPr lang="en-IN" dirty="0"/>
              <a:t>Manage examination details </a:t>
            </a:r>
          </a:p>
          <a:p>
            <a:pPr marL="914400" lvl="0" indent="-457200">
              <a:buFont typeface="Arial" panose="020B0604020202020204" pitchFamily="34" charset="0"/>
              <a:buChar char="•"/>
            </a:pPr>
            <a:r>
              <a:rPr lang="en-IN" dirty="0"/>
              <a:t>Store student results </a:t>
            </a:r>
          </a:p>
          <a:p>
            <a:pPr marL="914400" lvl="0" indent="-457200">
              <a:buFont typeface="Arial" panose="020B0604020202020204" pitchFamily="34" charset="0"/>
              <a:buChar char="•"/>
            </a:pPr>
            <a:r>
              <a:rPr lang="en-IN" dirty="0"/>
              <a:t>Reduce duplicate data </a:t>
            </a:r>
          </a:p>
          <a:p>
            <a:pPr marL="914400" lvl="0" indent="-457200">
              <a:buFont typeface="Arial" panose="020B0604020202020204" pitchFamily="34" charset="0"/>
              <a:buChar char="•"/>
            </a:pPr>
            <a:r>
              <a:rPr lang="en-IN" dirty="0"/>
              <a:t>Make data easy to access and manage </a:t>
            </a:r>
          </a:p>
          <a:p>
            <a:endParaRPr lang="en-IN" dirty="0"/>
          </a:p>
          <a:p>
            <a:pPr algn="ctr"/>
            <a:r>
              <a:rPr lang="en-IN" b="1" dirty="0"/>
              <a:t>Our goal is to create a centralized and organized database for college management.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5845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5901D3D-4DAA-D6EF-8C83-4C7DC473D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57" y="1143000"/>
            <a:ext cx="9936885" cy="555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109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643573-D740-0004-CDB9-C42A492B9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368300"/>
            <a:ext cx="9220200" cy="614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84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A196C1-20E9-3064-7675-1ED781865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152400"/>
            <a:ext cx="9589498" cy="6553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4070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01DB78A-2354-601D-0F0A-B9FA4E162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85750"/>
            <a:ext cx="942975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79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0B6CEE6-6B2C-C213-0057-A8687B3B528D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819400" y="2286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217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59B4FE-77FF-7AF3-8A75-7D37EE37BB45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590800" y="266094"/>
            <a:ext cx="9413831" cy="632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278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75F9EE-8114-07CF-7121-24C82FBD676D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590800" y="228600"/>
            <a:ext cx="908685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314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888</TotalTime>
  <Words>178</Words>
  <Application>Microsoft Office PowerPoint</Application>
  <PresentationFormat>Widescreen</PresentationFormat>
  <Paragraphs>47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Artifakt Element Heavy</vt:lpstr>
      <vt:lpstr>Arial Rounded MT Bold</vt:lpstr>
      <vt:lpstr>Arial Black</vt:lpstr>
      <vt:lpstr>Times New Roman</vt:lpstr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Adarsh siddharth.</cp:lastModifiedBy>
  <cp:revision>90</cp:revision>
  <cp:lastPrinted>2025-09-02T05:24:44Z</cp:lastPrinted>
  <dcterms:created xsi:type="dcterms:W3CDTF">2025-05-29T13:02:32Z</dcterms:created>
  <dcterms:modified xsi:type="dcterms:W3CDTF">2026-10-05T09:39:40Z</dcterms:modified>
</cp:coreProperties>
</file>